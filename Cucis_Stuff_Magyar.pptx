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30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5029200"/>
            <a:ext cx="2743200" cy="274320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20340"/>
            <a:ext cx="6858000" cy="45720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Segoe UI"/>
              </a:rPr>
              <a:t>Cuci's Stuff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924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B0B0B0"/>
                </a:solidFill>
                <a:latin typeface="Segoe UI"/>
              </a:rPr>
              <a:t>Projekt</a:t>
            </a:r>
            <a:r>
              <a:rPr sz="14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B0B0B0"/>
                </a:solidFill>
                <a:latin typeface="Segoe UI"/>
              </a:rPr>
              <a:t>bemutató</a:t>
            </a:r>
            <a:r>
              <a:rPr sz="1400" b="0" i="0" dirty="0">
                <a:solidFill>
                  <a:srgbClr val="B0B0B0"/>
                </a:solidFill>
                <a:latin typeface="Segoe UI"/>
              </a:rPr>
              <a:t>  • 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89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  <a:latin typeface="Segoe UI"/>
              </a:rPr>
              <a:t>Verbulecz Bence  |  Balatincz Martin  |  Kiss Gábor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Csapatunk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D"/>
                </a:solidFill>
                <a:latin typeface="Segoe UI"/>
              </a:rPr>
              <a:t>A Cuci's Stuff mögött álló csapat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3657600" cy="4892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3657600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63040" y="1920240"/>
            <a:ext cx="1371600" cy="13716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212"/>
                </a:solidFill>
                <a:latin typeface="Segoe UI"/>
              </a:rPr>
              <a:t>VB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Verbulecz Bence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4114800"/>
            <a:ext cx="1645920" cy="3474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413308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Segoe UI"/>
              </a:rPr>
              <a:t>Csapatvezető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0"/>
                </a:solidFill>
                <a:latin typeface="Segoe UI"/>
              </a:rPr>
              <a:t>A projekt irányítása, feladatok koordinálása, valamint aktív részvétel a teljes fejlesztési folyamatban.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554480"/>
            <a:ext cx="3657600" cy="4892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554480"/>
            <a:ext cx="3657600" cy="10972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394960" y="1920240"/>
            <a:ext cx="1371600" cy="137160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212"/>
                </a:solidFill>
                <a:latin typeface="Segoe UI"/>
              </a:rPr>
              <a:t>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Balatincz Martin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4114800"/>
            <a:ext cx="1645920" cy="347472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413308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Segoe UI"/>
              </a:rPr>
              <a:t>Fejlesztő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63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0"/>
                </a:solidFill>
                <a:latin typeface="Segoe UI"/>
              </a:rPr>
              <a:t>Aktívan részt vett a front-end és back-end fejlesztésben, hozzájárult a fő funkciókhoz és a kódminőséghez.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554480"/>
            <a:ext cx="3657600" cy="4892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79" y="1554480"/>
            <a:ext cx="3657600" cy="109728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26880" y="1920240"/>
            <a:ext cx="1371600" cy="1371600"/>
          </a:xfrm>
          <a:prstGeom prst="ellipse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212"/>
                </a:solidFill>
                <a:latin typeface="Segoe UI"/>
              </a:rPr>
              <a:t>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Kiss Gábor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19" y="4114800"/>
            <a:ext cx="1645920" cy="347472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19" y="413308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Segoe UI"/>
              </a:rPr>
              <a:t>Fejlesztő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63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0"/>
                </a:solidFill>
                <a:latin typeface="Segoe UI"/>
              </a:rPr>
              <a:t>A fejlesztés minden szakaszában közreműködött, a tervezéstől a megvalósításig és tesztelésig.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Projekt áttekintés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D"/>
                </a:solidFill>
                <a:latin typeface="Segoe UI"/>
              </a:rPr>
              <a:t>Mi az a Cuci's Stuff?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669280" cy="4892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669280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A3D"/>
                </a:solidFill>
                <a:latin typeface="Segoe UI"/>
              </a:rPr>
              <a:t>A projektről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0352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0B0B0"/>
                </a:solidFill>
                <a:latin typeface="Segoe UI"/>
              </a:rPr>
              <a:t>A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Cuci's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Stuff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egy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teljes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értékű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webalkalmazás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amely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a Facebook Marketplace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mintájára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készült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.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Közösségi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platformot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biztosít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ahol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a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felhasználók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termékeket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hirdethetnek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böngészhetnek</a:t>
            </a:r>
            <a:r>
              <a:rPr lang="hu-HU" sz="1300" b="0" i="0" dirty="0">
                <a:solidFill>
                  <a:srgbClr val="B0B0B0"/>
                </a:solidFill>
                <a:latin typeface="Segoe UI"/>
              </a:rPr>
              <a:t>.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
Az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alkalmazást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háromfős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csapatunk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fejlesztette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az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alapoktól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minden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tag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aktívan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hozzájárult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a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kódbázis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minden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rétegéhez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— a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felhasználói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felülettől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az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B0B0B0"/>
                </a:solidFill>
                <a:latin typeface="Segoe UI"/>
              </a:rPr>
              <a:t>adatbázis-architektúráig</a:t>
            </a:r>
            <a:r>
              <a:rPr sz="1300" b="0" i="0" dirty="0">
                <a:solidFill>
                  <a:srgbClr val="B0B0B0"/>
                </a:solidFill>
                <a:latin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559552" cy="12801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109728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Segoe UI"/>
              </a:rPr>
              <a:t>Csapattag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063240"/>
            <a:ext cx="5559552" cy="12801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3063240"/>
            <a:ext cx="109728" cy="128016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Full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Segoe UI"/>
              </a:rPr>
              <a:t>Webalkalmazás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572000"/>
            <a:ext cx="5559552" cy="12801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4572000"/>
            <a:ext cx="109728" cy="1280160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Piactér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Segoe UI"/>
              </a:rPr>
              <a:t>Kategória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Fő funkciók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D"/>
                </a:solidFill>
                <a:latin typeface="Segoe UI"/>
              </a:rPr>
              <a:t>A Cuci's Stuff alapvető funkciói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3657600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84632" y="1783080"/>
            <a:ext cx="457200" cy="457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Felhasználói hitelesítés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317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Biztonságos regisztráció, bejelentkezés és munkamenet-kezelés minden felhasználó számára.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5448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1554480"/>
            <a:ext cx="3657600" cy="914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70831" y="1783080"/>
            <a:ext cx="457200" cy="45720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5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Termékhirdetések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23317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Hirdetések létrehozása, szerkesztése és törlése képekkel, árakkal és leírásokkal.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55448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3657600" cy="91440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57031" y="1783080"/>
            <a:ext cx="457200" cy="457200"/>
          </a:xfrm>
          <a:prstGeom prst="ellipse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6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Keresés és szűrés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3317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Hirdetések böngészése és szűrése kategória, árkategória és helyszín szerint.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794760"/>
            <a:ext cx="3657600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4632" y="4023360"/>
            <a:ext cx="457200" cy="457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Üzenetküldés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572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Beépített üzenetküldő rendszer a vevők és eladók közötti közvetlen kommunikációhoz.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79476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40" y="3794760"/>
            <a:ext cx="3657600" cy="914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370831" y="4023360"/>
            <a:ext cx="457200" cy="45720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59" y="3977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Felhasználói profilok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1" y="4572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Minden felhasználónak saját profiloldala van az aktív hirdetéseivel és előzményeivel.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79476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92440" y="3794760"/>
            <a:ext cx="3657600" cy="91440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57031" y="4023360"/>
            <a:ext cx="457200" cy="457200"/>
          </a:xfrm>
          <a:prstGeom prst="ellipse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23960" y="3977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Reszponzív dizájn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4572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Teljesen reszponzív felület, amely minden képernyőméreten tökéletesen működik.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Projekt mérföldkövek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D"/>
                </a:solidFill>
                <a:latin typeface="Segoe UI"/>
              </a:rPr>
              <a:t>Fejlesztési folyamatunk főbb fázisai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11880"/>
            <a:ext cx="11274552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34440" y="3291840"/>
            <a:ext cx="731520" cy="7315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336499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1212"/>
                </a:solidFill>
                <a:latin typeface="Segoe U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22860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2286000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Segoe UI"/>
              </a:rPr>
              <a:t>1. fázis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Tervezés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Követelmények összegyűjtése, technológiai döntések és projekt hatókör meghatározása.</a:t>
            </a:r>
          </a:p>
        </p:txBody>
      </p:sp>
      <p:sp>
        <p:nvSpPr>
          <p:cNvPr id="14" name="Oval 13"/>
          <p:cNvSpPr/>
          <p:nvPr/>
        </p:nvSpPr>
        <p:spPr>
          <a:xfrm>
            <a:off x="3520440" y="3291840"/>
            <a:ext cx="731520" cy="73152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336499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1212"/>
                </a:solidFill>
                <a:latin typeface="Segoe U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251960"/>
            <a:ext cx="22860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0" y="4251960"/>
            <a:ext cx="2286000" cy="914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4389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5500"/>
                </a:solidFill>
                <a:latin typeface="Segoe UI"/>
              </a:rPr>
              <a:t>2. fázis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Dizájn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UI/UX wireframe-ek, adatbázis séma és architektúra tervezés.</a:t>
            </a:r>
          </a:p>
        </p:txBody>
      </p:sp>
      <p:sp>
        <p:nvSpPr>
          <p:cNvPr id="21" name="Oval 20"/>
          <p:cNvSpPr/>
          <p:nvPr/>
        </p:nvSpPr>
        <p:spPr>
          <a:xfrm>
            <a:off x="5852159" y="3291840"/>
            <a:ext cx="731520" cy="731520"/>
          </a:xfrm>
          <a:prstGeom prst="ellipse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59" y="336499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1212"/>
                </a:solidFill>
                <a:latin typeface="Segoe U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1508760"/>
            <a:ext cx="22860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74920" y="1508760"/>
            <a:ext cx="2286000" cy="91440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66359" y="16459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A3D"/>
                </a:solidFill>
                <a:latin typeface="Segoe UI"/>
              </a:rPr>
              <a:t>3. fázis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Fejlesztés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59" y="2423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Alapfunkciók implementálása — hitelesítés, hirdetések, üzenetküldés.</a:t>
            </a:r>
          </a:p>
        </p:txBody>
      </p:sp>
      <p:sp>
        <p:nvSpPr>
          <p:cNvPr id="28" name="Oval 27"/>
          <p:cNvSpPr/>
          <p:nvPr/>
        </p:nvSpPr>
        <p:spPr>
          <a:xfrm>
            <a:off x="8183879" y="3291840"/>
            <a:ext cx="731520" cy="7315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79" y="336499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1212"/>
                </a:solidFill>
                <a:latin typeface="Segoe U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4251960"/>
            <a:ext cx="22860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6640" y="4251960"/>
            <a:ext cx="2286000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79" y="4389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Segoe UI"/>
              </a:rPr>
              <a:t>4. fázis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Tesztelés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Egységtesztek, integrációs tesztek és hibajavítások.</a:t>
            </a:r>
          </a:p>
        </p:txBody>
      </p:sp>
      <p:sp>
        <p:nvSpPr>
          <p:cNvPr id="35" name="Oval 34"/>
          <p:cNvSpPr/>
          <p:nvPr/>
        </p:nvSpPr>
        <p:spPr>
          <a:xfrm>
            <a:off x="10515600" y="3291840"/>
            <a:ext cx="731520" cy="73152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0" y="336499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1212"/>
                </a:solidFill>
                <a:latin typeface="Segoe UI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8360" y="1508760"/>
            <a:ext cx="22860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738360" y="1508760"/>
            <a:ext cx="2286000" cy="914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29800" y="16459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5500"/>
                </a:solidFill>
                <a:latin typeface="Segoe UI"/>
              </a:rPr>
              <a:t>5. fázis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Véglegesítés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2423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Telepítés, dokumentáció és prezentáció előkészítése.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Együttműködő fejlesztés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D"/>
                </a:solidFill>
                <a:latin typeface="Segoe UI"/>
              </a:rPr>
              <a:t>Hogyan dolgoztunk együtt csapatként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669280" cy="4892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128016" cy="4892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Segoe UI"/>
              </a:rPr>
              <a:t>"A Cuci's Stuff minden kódsora közös erőfeszítést tükröz. Mindhárom csapattag — Verbulecz Bence, Balatincz Martin és Kiss Gábor — egyenlő mértékben vett részt a tervezésben, implementációban és tesztelésben."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Segoe UI"/>
              </a:rPr>
              <a:t>A projekt teljes életciklusa során a felelősségek rugalmasan oszlottak meg. Minden tag ötletekkel állt elő, éles kódot írt, átnézte a társai munkáját, és hozzájárult minden fontos döntéshez. Nem volt elkülönült felelősség — mindent közösen építettünk fel.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559552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109728" cy="10058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7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Verziókezelés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8483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Git-alapú munkafolyamat feature branch-ekkel és pull request review-kkal.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88920"/>
            <a:ext cx="5559552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788920"/>
            <a:ext cx="109728" cy="10058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898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Kód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Minden módosítást társak ellenőriztek a main ágba való merge előtt.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5559552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4023360"/>
            <a:ext cx="109728" cy="1005840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1330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Rendszeres egyeztetés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537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Gyakori megbeszélések a haladás követésére és akadályok gyors elhárítására.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257800"/>
            <a:ext cx="5559552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5257800"/>
            <a:ext cx="109728" cy="10058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5367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Közös felelősség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7881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Senki sem 'birtokolta' egyedül a funkciókat — minden kód a csapaté.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Kihívások és megoldások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D"/>
                </a:solidFill>
                <a:latin typeface="Segoe UI"/>
              </a:rPr>
              <a:t>Milyen akadályokkal szembesültünk és hogyan küzdöttük le őket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605272" cy="2057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60527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691639"/>
            <a:ext cx="5285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Valós idejű üzenetküldés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1945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  <a:latin typeface="Segoe UI"/>
              </a:rPr>
              <a:t>Kihívás: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94560"/>
            <a:ext cx="40507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Alacsony késleltetésű kommunikáció megvalósítása a felhasználók között.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788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A3D"/>
                </a:solidFill>
                <a:latin typeface="Segoe UI"/>
              </a:rPr>
              <a:t>Megoldás: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788920"/>
            <a:ext cx="4050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WebSocket kapcsolatok alkalmazása valós idejű, kétirányú üzenetküldéshez.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605272" cy="2057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560527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1691639"/>
            <a:ext cx="5285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Hitelesítési biztonság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1945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  <a:latin typeface="Segoe UI"/>
              </a:rPr>
              <a:t>Kihívás: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194560"/>
            <a:ext cx="40507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A felhasználói adatok biztonsága a munkamenetek során.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788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A3D"/>
                </a:solidFill>
                <a:latin typeface="Segoe UI"/>
              </a:rPr>
              <a:t>Megoldás: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788920"/>
            <a:ext cx="4050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JWT-alapú hitelesítés hash-elt jelszavakkal és biztonságos tokenekkel.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40480"/>
            <a:ext cx="5605272" cy="2057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560527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" y="3977640"/>
            <a:ext cx="5285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Reszponzív UI konzisztencia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44805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  <a:latin typeface="Segoe UI"/>
              </a:rPr>
              <a:t>Kihívás: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480560"/>
            <a:ext cx="40507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Egységes megjelenés fenntartása különböző képernyőméreteken.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5074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A3D"/>
                </a:solidFill>
                <a:latin typeface="Segoe UI"/>
              </a:rPr>
              <a:t>Megoldás: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074920"/>
            <a:ext cx="4050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CSS keretrendszer és böngészők közötti tesztelés az egységes megjelenítésért.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840480"/>
            <a:ext cx="5605272" cy="2057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3840480"/>
            <a:ext cx="560527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1" y="3977640"/>
            <a:ext cx="5285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Adatkezelés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4805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  <a:latin typeface="Segoe UI"/>
              </a:rPr>
              <a:t>Kihívás: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480560"/>
            <a:ext cx="40507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Összetett kapcsolatok kezelése felhasználók és hirdetések között.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5074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A3D"/>
                </a:solidFill>
                <a:latin typeface="Segoe UI"/>
              </a:rPr>
              <a:t>Megoldás: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074920"/>
            <a:ext cx="4050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Normalizált relációs séma optimalizált lekérdezésekkel és indexeléssel.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Jövőbeli fejlesztések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D"/>
                </a:solidFill>
                <a:latin typeface="Segoe UI"/>
              </a:rPr>
              <a:t>Merre tarthat a Cuci's Stuff a jövőben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3657600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84632" y="1810512"/>
            <a:ext cx="365760" cy="36576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1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Mobilalkalmazás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317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Natív iOS és Android appok fejlesztése a szélesebb elérhetőség érdekében.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5448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1554480"/>
            <a:ext cx="3657600" cy="914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70831" y="1810512"/>
            <a:ext cx="365760" cy="36576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AI ajánlások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23317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Gépi tanulási motor a felhasználók számára releváns hirdetések ajánlásához.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55448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3657600" cy="91440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57031" y="1810512"/>
            <a:ext cx="365760" cy="365760"/>
          </a:xfrm>
          <a:prstGeom prst="ellipse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1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Alkalmazáson belüli fizetés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3317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Biztonságos fizetési kapu integrálása közvetlen tranzakciókhoz.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794760"/>
            <a:ext cx="3657600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4632" y="4050792"/>
            <a:ext cx="365760" cy="36576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19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Értékelési rendszer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572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Vevők és eladók egymás értékelése a bizalom építéséhez.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79476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40" y="3794760"/>
            <a:ext cx="3657600" cy="914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370831" y="4050792"/>
            <a:ext cx="365760" cy="36576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Térkép integráció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1" y="4572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Geolokációs funkciók a közeli hirdetések térképes megjelenítéséhez.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794760"/>
            <a:ext cx="3657600" cy="1965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92440" y="3794760"/>
            <a:ext cx="3657600" cy="91440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57031" y="4050792"/>
            <a:ext cx="365760" cy="365760"/>
          </a:xfrm>
          <a:prstGeom prst="ellipse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2519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Admin felület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4572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Segoe UI"/>
              </a:rPr>
              <a:t>Moderációs panel a hirdetések, felhasználók és jelentések kezeléséhez.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0" y="1645920"/>
            <a:ext cx="7616952" cy="3840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0" y="1645920"/>
            <a:ext cx="7616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5376672"/>
            <a:ext cx="7616952" cy="10972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2011680"/>
            <a:ext cx="7616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Segoe UI"/>
              </a:rPr>
              <a:t>Köszönjük!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337560"/>
            <a:ext cx="3044952" cy="54864"/>
          </a:xfrm>
          <a:prstGeom prst="rect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356616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9A3D"/>
                </a:solidFill>
                <a:latin typeface="Segoe UI"/>
              </a:rPr>
              <a:t>Cuci's Stuff — Facebook Marketplace klón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16052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0B0"/>
                </a:solidFill>
                <a:latin typeface="Segoe UI"/>
              </a:rPr>
              <a:t>Verbulecz Bence  •  Balatincz Martin  •  Kiss Gábor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709160"/>
            <a:ext cx="7616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0B0"/>
                </a:solidFill>
                <a:latin typeface="Segoe UI"/>
              </a:rPr>
              <a:t>Köszönjük a figyelmet!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Egyéni</PresentationFormat>
  <Paragraphs>115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keywords/>
  <dc:description>generated using python-pptx</dc:description>
  <cp:lastModifiedBy>kiss.gabor.21@ady-nagyatad.hu</cp:lastModifiedBy>
  <cp:revision>3</cp:revision>
  <dcterms:created xsi:type="dcterms:W3CDTF">2013-01-27T09:14:16Z</dcterms:created>
  <dcterms:modified xsi:type="dcterms:W3CDTF">2026-03-18T11:50:53Z</dcterms:modified>
  <cp:category/>
</cp:coreProperties>
</file>